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과제 8 최종 보고서. 과제 1의 정적 소개 페이지에 WebAuthn 패스키로 잠근 비공개 영역을 붙였다.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통과 기준 47개 전부 충족. 증거는 전부 재생성 가능한 스크립트로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C47 · C48 — ①에 직접 구현/라이브러리/인증 서비스 중 무엇을 썼는지와 이름을 적었다.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C49 — 네 흐름이 소스의 어디를 지나는지.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C50 — 네 가지 확인이 모두 있고 각각 성공·거절이 나란히.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C52 — 네 항목이 각각 나뉘어 적혀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C53 — 세 항목이 각각 나뉘어 적혀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C51 — 아직 못 막은 것이 최소 하나 구체적으로.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5120640" cy="5120640"/>
          </a:xfrm>
          <a:prstGeom prst="ellipse">
            <a:avLst/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023360"/>
            <a:ext cx="4206240" cy="4206240"/>
          </a:xfrm>
          <a:prstGeom prst="ellipse">
            <a:avLst/>
          </a:prstGeom>
          <a:solidFill>
            <a:srgbClr val="101A2A"/>
          </a:solidFill>
          <a:ln w="12700">
            <a:solidFill>
              <a:srgbClr val="101A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8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패스키로 잠근 소개 페이지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없이 나만 들어가기 — WebAuthn 패스키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4206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결과물   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https://webtest-passkey.vercel.app
</a:t>
            </a:r>
            <a:endParaRPr lang="en-US" sz="1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              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https://github.com/stulss/webtest-passkey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홍주형 · 2026-09-04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한눈에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만들었고 무엇으로 증명했는가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 / 47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통과 기준 충족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2424" y="1645920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75304" y="1810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15장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75304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 스크린샷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645920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810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73368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테스트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88552" y="1645920"/>
            <a:ext cx="2615184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71432" y="1810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3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71432" y="24323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입력칸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10128"/>
            <a:ext cx="5440680" cy="2971800"/>
          </a:xfrm>
          <a:prstGeom prst="roundRect">
            <a:avLst>
              <a:gd name="adj" fmla="val 1846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566160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3566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잠갔나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06908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소개 페이지(과제 1)는 그대로 — 누구나 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새로 만든 /private 만 패스키로 잠금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비밀번호는 만들지 않음. 입력칸도 없음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시 공개키만 서버로, 개인키는 기기 밖으로 안 나감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로그인마다 서버가 새 질문(challenge)을 냄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3310128"/>
            <a:ext cx="5303520" cy="2971800"/>
          </a:xfrm>
          <a:prstGeom prst="roundRect">
            <a:avLst>
              <a:gd name="adj" fmla="val 1846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3566160"/>
            <a:ext cx="384048" cy="384048"/>
          </a:xfrm>
          <a:prstGeom prst="ellipse">
            <a:avLst/>
          </a:prstGeom>
          <a:solidFill>
            <a:srgbClr val="6FA3F2"/>
          </a:solidFill>
          <a:ln w="12700">
            <a:solidFill>
              <a:srgbClr val="6FA3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무엇으로 증명했나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537960" y="406908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배포본에 요청을 보낸 요청·응답 기록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+ CDP 가상 인증기로 자동 촬영한 화면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Redis 를 직접 조회한 저장 내용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실기기(구글 비밀번호 관리자) 등록 프롬프트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1에서 이어 만든 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내용은 그대로 남기고, 잠긴 자리만 새로 붙였다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0392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9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과제 1 · webtest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2450592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Vanilla JS · OOP MVC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+ css + js/{models,views,controllers}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배포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백엔드 없음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61688" y="169164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옮긴 것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450592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 로 이식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PORTFOLIO_DATA → app/portfolio-data.ts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style.css → app/globals.css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내용은 한 글자도 바꾸지 않음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9016" y="1691640"/>
            <a:ext cx="3566160" cy="3200400"/>
          </a:xfrm>
          <a:prstGeom prst="roundRect">
            <a:avLst>
              <a:gd name="adj" fmla="val 1714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5048" y="1920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새로 만든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2450592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/private 비공개 영역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/login 패스키 등록·로그인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/api/webauthn/* 서버 라우트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저장소 + 세션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5120640"/>
            <a:ext cx="10972800" cy="1143000"/>
          </a:xfrm>
          <a:prstGeom prst="roundRect">
            <a:avLst>
              <a:gd name="adj" fmla="val 4800"/>
            </a:avLst>
          </a:prstGeom>
          <a:solidFill>
            <a:srgbClr val="1A1E24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서버가 필요했나 —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패스키는 challenge 발급·보관(1회성), attestation/assertion 서명 검증, 공개키 저장, 세션 유지를 서버가 해야 한다.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정적 호스팅(GitHub Pages)으로는 불가능해서 Vercel + Redis 로 옮겼다. 원본 webtest 저장소와 Pages 배포는 건드리지 않았다.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공개 소개 페이지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화면은 누구나 본다 — 로그인·초대·CAPTCHA 없음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아무것도 등록하지 않아도 열린다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1의 이름·소개 문장·강점·프로젝트·기술·공개 범위가 그대로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컴포넌트이며 익명 방문자에게는 DB 조회가 0건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하단에 '지어낸(fabricated) 내용' 고지 — 실제 개인정보 없음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T08-C01 · C03 · C10 · C11 · C12</a:t>
            </a:r>
            <a:endParaRPr lang="en-US" sz="1100" dirty="0"/>
          </a:p>
        </p:txBody>
      </p:sp>
      <p:pic>
        <p:nvPicPr>
          <p:cNvPr id="8" name="Image 0" descr="C:/Users/stuls/Desktop/Agent/to8/docs/evidence/T08-E01-public-incognit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공개 영역과 비공개 영역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어디까지가 공개이고 어디부터가 비공개인지 화면에서 갈라 둔다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구분선 + 자물쇠 라벨로 경계를 그었다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위: 공개 영역 안내 — '로그인 없이 누구나 봅니다'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 구분선 아래부터 🔒 비공개 영역 · 나만 볼 수 있습니다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항목 3건 (준비 중인 메모 · 지원 목록 · 회고 성격)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항목은 전부 지어낸 내용이며 화면에도 그 사실을 적어 둠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T08-C13 · C14</a:t>
            </a:r>
            <a:endParaRPr lang="en-US" sz="1100" dirty="0"/>
          </a:p>
        </p:txBody>
      </p:sp>
      <p:pic>
        <p:nvPicPr>
          <p:cNvPr id="8" name="Image 0" descr="C:/Users/stuls/Desktop/Agent/to8/docs/evidence/T08-E05-private-ite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잠겨 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패스키 없이는 화면에도, 페이지 소스에도 없다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/private 를 직접 쳐도 로그인 화면으로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proxy.ts 가 세션 쿠키 없는 요청을 /login 으로 307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컴포넌트 첫 줄이 requirePageUser() — SSR 도달 전에 차단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페이지 소스에서 '회고·지원·프로젝트 메모' 검색 → 0건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숨기기를 화면에서만 한 게 아니다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T08-C15 · C18</a:t>
            </a:r>
            <a:endParaRPr lang="en-US" sz="1100" dirty="0"/>
          </a:p>
        </p:txBody>
      </p:sp>
      <p:pic>
        <p:nvPicPr>
          <p:cNvPr id="8" name="Image 0" descr="C:/Users/stuls/Desktop/Agent/to8/docs/evidence/T08-E02-private-redirec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구현 설명서 ① 무엇으로 붙였나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라이브러리 · 직접 구현 · 인증 서비스 중 무엇인가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03504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무엇을 썼나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직접/라이브러리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WebAuthn 크립토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@simplewebauthn/server v13 · @simplewebauthn/browser v13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6FA3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라이브러리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불투명 난수 토큰. 쿠키엔 원문, 서버엔 sha256 해시만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직접 구현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16 App 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(Vercel Marketplace → Redis Cloud, TCP) · ioredis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인증 서비스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사용하지 않음 (Auth.js·Clerk·Hanko 등 없음)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해당 없음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4526280"/>
            <a:ext cx="10972800" cy="1737360"/>
          </a:xfrm>
          <a:prstGeom prst="roundRect">
            <a:avLst>
              <a:gd name="adj" fmla="val 3158"/>
            </a:avLst>
          </a:prstGeom>
          <a:solidFill>
            <a:srgbClr val="1A1E24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서명 검증(암호화 부분)은 검증된 라이브러리에 맡기고, 세션은 직접 구현했다.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5193792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비밀번호는 만들지 않았다 — 로그인 화면에도, 코드에도, 저장소에도 비밀번호 칸·해시가 없다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방식은 usernameless(discoverable) — 아이디 입력칸조차 없이 브라우저가 패스키를 고른다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회원가입도 없다 — 패스키를 처음 등록하면 그 사람 몫의 '비공개 자리'가 생긴다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구현 설명서 ② 왜 그걸 골랐나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고른 이유와, 검토했지만 고르지 않은 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486400" cy="4572000"/>
          </a:xfrm>
          <a:prstGeom prst="roundRect">
            <a:avLst>
              <a:gd name="adj" fmla="val 1200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38528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385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고른 이유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87168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과제가 '비밀번호를 아예 쓰지 않고 잠그기' → 패스키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크립토는 CBOR/COSE 파싱과 ECDSA 검증이라 직접 짜면 미묘한 버그가 난다 → 검증된 라이브러리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로그아웃·자리 삭제 즉시 폐기해야 해서 만료 전까지 유효한 서명 토큰(JWT) 대신 서버 세션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usernameless 라 '비밀번호 입력칸 없음'이 확실하다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저장소는 challenge 의 TTL·1회 소비가 SET EX + GETDEL 한 줄이라 Redis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57800" cy="4572000"/>
          </a:xfrm>
          <a:prstGeom prst="roundRect">
            <a:avLst>
              <a:gd name="adj" fmla="val 1200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38528"/>
            <a:ext cx="384048" cy="384048"/>
          </a:xfrm>
          <a:prstGeom prst="ellipse">
            <a:avLst/>
          </a:prstGeom>
          <a:solidFill>
            <a:srgbClr val="E0736F"/>
          </a:solidFill>
          <a:ln w="12700">
            <a:solidFill>
              <a:srgbClr val="E073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385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검토했지만 고르지 않은 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514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크립토 직접 구현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0720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 파싱·서명 검증 버그 위험, 검증 시간 증가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10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/ Clerk / Hanko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703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인증 서비스 의존. 토큰 만료 전 즉시 폐기를 따로 설계해야 함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5994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schema.sql·접속 문자열 2종·풀러 설정. 이 규모엔 설정 대비 이득이 적음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520293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폴백 / 이메일 복구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4955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범위 밖. 복구 부재는 ⑥에 밝힘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구현 설명서 ③ 어디를 어떻게 고쳤나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· 로그인 · 로그아웃 · 비공개 자료 조회 — 네 흐름이 지나는 자리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880360"/>
                <a:gridCol w="685800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흐름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화면 /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소스 경로 체인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/login · /private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/api/webauthn/register/{options,verify}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app/login/page.tsx · app/private/passkeys.tsx → app/webauthn-client.ts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app/api/webauthn/register/*/route.ts → lib/service/auth.ts → lib/webauthn.ts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lib/repository/{challenge,user,credential}.ts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/login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/api/webauthn/authenticate/{options,verify}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app/webauthn-client.ts → app/api/webauthn/authenticate/*/route.ts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lib/service/auth.ts(authenticateStart·Finish) → lib/webauthn.ts(verifyAuthenticationResponse)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lib/session.ts:createSession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로그아웃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/api/auth/logout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app/private/passkeys.tsx → app/api/auth/logout/route.ts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lib/session.ts:destroySession → lib/repository/session.ts (DEL session:{hash})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비공개 조회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/private · GET /api/items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proxy.ts(쿠키 1차 관문) → app/private/page.tsx(requirePageUser) 또는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app/api/items/route.ts(getSessionUser→unauthorized) → lib/service/item.ts 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lib/repository/item.ts(키를 항상 space:{spaceId}) → lib/dto/records.ts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 ID(spaceId)는 lib/session.ts:getSessionUser() — 쿠키에서만 온다. URL·헤더·요청 본문에서 읽는 코드는 이 프로젝트에 없다.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 구조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관계형 DB 아님 — Redis 키 하나하나가 무엇인지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값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space:{spaceId}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userHandle, createdAt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비공개 자리 = 이 키 하나. 이름·이메일·비밀번호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cred:{credentialId}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spaceId, publicKey, counter, deviceType,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backedUp, transports, aaguid, label, ...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공개키 저장. 개인키 없음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space:{id}:creds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credentialId 들의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패스키 목록 · excludeCredentials · 마지막 1개 판정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challenge:{id}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purpose, challenge, spaceId?, rpId, ...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300(5분). 소비는 GETDEL — 원자적 1회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challenge:audit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최근 발급 목록 (capped 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'질문이 매번 다르다'의 서버측 로그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session:{sha256}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 7일. 쿠키엔 원문, 여기엔 해시만. 로그아웃 = 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item:{itemId}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spaceId, content, createdAt 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자리별 격리 대상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비밀번호·해시에 해당하는 키는 스키마 어디에도 없다.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등록 흐름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기기가 열쇠 한 쌍을 만들고, 공개키만 서버로 간다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1109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929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4144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randomBytes(16) 로 user handle 생성.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generateRegistrationOptions( residentKey: required 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0288" y="191109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93208" y="1929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244144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를 Redis 에 저장 (EX 300).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 id 를 익명 쿠키 to8_webauthn 에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9016" y="169164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91109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7616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0536" y="1929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A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244144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키쌍 생성 → 개인키와 user handle 을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key 로 기기에 저장. 개인키는 밖으로 안 나감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397764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19709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2744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attestationObject · clientDataJSON · transports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 서버로 전송 (개인키 없음)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61688" y="397764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0288" y="419709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0288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093208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90288" y="472744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GETDEL 로 challenge 소비 →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verifyRegistrationResponse(expectedChallenge = 저장값)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9016" y="3977640"/>
            <a:ext cx="3566160" cy="2057400"/>
          </a:xfrm>
          <a:prstGeom prst="roundRect">
            <a:avLst>
              <a:gd name="adj" fmla="val 266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419709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57616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860536" y="42153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57616" y="4727448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+ cred:{id} 에 공개키 저장.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등록이면 세션 발급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630936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등록을 중간에 취소하면 verify 가 호출되지 않아 challenge 는 TTL 로 사라지고 서버에 아무것도 저장되지 않는다. 화면에는 '등록을 취소했습니다. 저장된 것은 없습니다.' 가 뜬다.  ( C25 )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로그인 흐름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매번 새 질문을 내고, 저장해 둔 공개키로 서명을 확인한다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5506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generateAuthenticationOptions( allowCredentials 생략 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usernameless. 브라우저가 패스키 선택 UI 를 띄운다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59736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42316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challenge 를 Redis 에 저장 (EX 300) → 익명 쿠키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319125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기기가 개인키로 challenge 에 서명 → signature 반환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(개인키가 아니라 서명이 온다)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95928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95935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GETDEL 로 challenge 소비 — 이 시점에 1회성이 확정된다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64024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64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727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cred:{response.id} 조회 → 없으면 400 '등록되지 않은 패스키입니다'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532120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549554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verifyAuthenticationResponse( publicKey: 저장값 ) 통과 후에만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발급. 실패하면 401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4360" y="626364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1A1E24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63550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방어 — response.userHandle 이 그 크리덴셜의 자리와 일치하는지 교차 확인하고, 서명 카운터를 갱신한다.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구현 설명서 ④ 안 열리는 것을 확인한 기록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네 가지 — 성공한 요청과 거절된 요청을 나란히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291840"/>
                <a:gridCol w="3977640"/>
                <a:gridCol w="155448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성공한 요청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거절된 요청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없이 열기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후 GET /api/items → 200 (3건)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쿠키 없이 GET /api/items → 401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/private → 307 → 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C16 · C17 · C18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남의 패스키로 열기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(자리 격리)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자리가 자기 POST /api/items → 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A→B, B→A 모두 DELETE → 404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?user_id=OTHER 붙여도 내 것만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양쪽 건수 3 → 3 불변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C36 ~ C40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이미 쓴 질문 재사용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authenticate/verify (challenge 첫 사용)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challenge 재사용 → 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'인증 요청이 만료되었거나 이미 처리되었습니다'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C31 · C33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패스키 삭제 뒤 로그인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 후 남은 패스키로 → 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삭제된 패스키로 → 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마지막 패스키 삭제 시도 → 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C44 · C45 · C46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추가로 서명 검증 성공(200) / 1바이트 변조 서명(401) 을 나란히, 로그아웃 뒤 이전 세션 재사용(401) 도 기록했다.  ( C29 · C30 · C33 )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 ① 로그인 없이 열기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화면이 아니라 서버가 막는다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쿠키 없이 직접 요청 → 401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브라우저에 그대로 401 과 본문이 보인다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{"error":"로그인이 필요합니다."}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/private 는 307 로 /login 으로 보낸다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받은 페이지 소스에 비공개 항목 텍스트 0건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T08-C16 · C17 · C18</a:t>
            </a:r>
            <a:endParaRPr lang="en-US" sz="1100" dirty="0"/>
          </a:p>
        </p:txBody>
      </p:sp>
      <p:pic>
        <p:nvPicPr>
          <p:cNvPr id="8" name="Image 0" descr="C:/Users/stuls/Desktop/Agent/to8/docs/evidence/T08-C16-미로그인_API_4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 ② 남의 패스키로는 안 열린다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자리가 둘이고, 서로의 자료가 보이지 않는다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번째 자리는 자기 항목만 3건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자리와 내용이 완전히 다르다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자리 B 세션으로 자리 A 의 항목 삭제 시도 → 404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반대 방향도 404, 양쪽 건수 3 → 3 불변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주소에 남의 계정을 적어도(?user_id=OTHER) 내 것만 돌아온다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거절을 만드는 소스: lib/repository/item.ts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T08-C36 ~ C41</a:t>
            </a:r>
            <a:endParaRPr lang="en-US" sz="1100" dirty="0"/>
          </a:p>
        </p:txBody>
      </p:sp>
      <p:pic>
        <p:nvPicPr>
          <p:cNvPr id="8" name="Image 0" descr="C:/Users/stuls/Desktop/Agent/to8/docs/evidence/T08-C36-두번째자리_다른내용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 ③ 이미 쓴 질문은 다시 통하지 않는다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배포본에 보낸 요청과 그 응답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는 매번 다르고, 한 번만 쓰인다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2회 + authenticate 1회의 challenge 가 전부 다름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는 서명 검증 전에 GETDEL 로 challenge 를 소비한다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재사용 요청은 400 으로 거절된다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화면은 스크립트가 배포본에 직접 보낸 요청·응답이다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T08-C19 · C20 · C27 · C28 · C31 · C33</a:t>
            </a:r>
            <a:endParaRPr lang="en-US" sz="1100" dirty="0"/>
          </a:p>
        </p:txBody>
      </p:sp>
      <p:pic>
        <p:nvPicPr>
          <p:cNvPr id="8" name="Image 0" descr="C:/Users/stuls/Desktop/Agent/to8/docs/evidence/T08-A06-요청응답기록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 ④ 기기를 잃어버렸을 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패스키 두 개를 등록하고, 하나를 지운 뒤에도 들어간다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3566160" cy="4498848"/>
          </a:xfrm>
          <a:prstGeom prst="roundRect">
            <a:avLst>
              <a:gd name="adj" fmla="val 153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5" name="Image 0" descr="C:/Users/stuls/Desktop/Agent/to8/docs/evidence/T08-E04-passkey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783080"/>
            <a:ext cx="329184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937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패스키 2개 등록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· 등록 날짜 · 저장 위치가 각각 보인다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61688" y="1645920"/>
            <a:ext cx="3566160" cy="4498848"/>
          </a:xfrm>
          <a:prstGeom prst="roundRect">
            <a:avLst>
              <a:gd name="adj" fmla="val 153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9" name="Image 1" descr="C:/Users/stuls/Desktop/Agent/to8/docs/evidence/T08-A01b-남은패스키로_로그인성공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8848" y="1783080"/>
            <a:ext cx="3291840" cy="3017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90288" y="4937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 지운 뒤 로그인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590288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삭제한 기기 없이 남은 패스키로 들어갔다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29016" y="1645920"/>
            <a:ext cx="3566160" cy="4498848"/>
          </a:xfrm>
          <a:prstGeom prst="roundRect">
            <a:avLst>
              <a:gd name="adj" fmla="val 153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pic>
        <p:nvPicPr>
          <p:cNvPr id="13" name="Image 2" descr="C:/Users/stuls/Desktop/Agent/to8/docs/evidence/T08-A01c-마지막패스키_삭제거절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66176" y="1783080"/>
            <a:ext cx="3291840" cy="30175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57616" y="493776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마지막 하나는 못 지운다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357616" y="5303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— 자리 잠김을 막는다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59436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패스키가 하나도 남지 않는 상태는 만들지 않는다 — 마지막 패스키 삭제를 409 로 거절하고, 정리하려면 '비공개 자리 삭제'로 자리 전체를 지운다.  ( C46 )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삭제한 패스키로는 못 들어간다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지운 뒤 그 기기로 시도하면 거절된다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서버에 없는 패스키 → 로그인 실패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cred:{credentialId} 조회가 실패하면 400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'등록되지 않은 패스키입니다'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삭제는 소유자 확인 후에만 — WHERE id AND spaceId 에 해당하는 검사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남이 내 패스키를 지울 수 없다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T08-C45</a:t>
            </a:r>
            <a:endParaRPr lang="en-US" sz="1100" dirty="0"/>
          </a:p>
        </p:txBody>
      </p:sp>
      <p:pic>
        <p:nvPicPr>
          <p:cNvPr id="8" name="Image 0" descr="C:/Users/stuls/Desktop/Agent/to8/docs/evidence/T08-C45-등록안된패스키_로그인실패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서버에 저장된 것은 공개키다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비밀번호가 아니고, 개인키도 아니다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COSE 로 풀면 타원곡선 공개키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kty = 2 (EC2) · alg = -7 (ES256) · crv = 1 (P-256)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 — 곡선 위의 좌표 32바이트씩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개인키 d 는 없다. 인증기 밖으로 나오지 않기 때문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비밀번호·해시로 보이는 키: 0개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프로덕션 Redis 를 스크립트가 직접 조회한 결과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T08-C19 · C21 · C22 · C23</a:t>
            </a:r>
            <a:endParaRPr lang="en-US" sz="1100" dirty="0"/>
          </a:p>
        </p:txBody>
      </p:sp>
      <p:pic>
        <p:nvPicPr>
          <p:cNvPr id="8" name="Image 0" descr="C:/Users/stuls/Desktop/Agent/to8/docs/evidence/T08-A05-DB저장내용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패스키를 어디에 저장했나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실기기에서 구글 비밀번호 관리자로 등록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 위치를 사용자가 고른다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이 저장 위치 선택창을 띄운다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비밀번호 관리자 / 휴대전화·태블릿 또는 보안 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등록된 것은 삼성 기기의 동기화되는 패스키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(aaguid = SAMSUNG, backedUp = true, transports = hybrid·internal)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화면의 계정 이메일은 가렸다 — 제출물에 개인정보 없음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T08-C24 · C25 · C26</a:t>
            </a:r>
            <a:endParaRPr lang="en-US" sz="1100" dirty="0"/>
          </a:p>
        </p:txBody>
      </p:sp>
      <p:pic>
        <p:nvPicPr>
          <p:cNvPr id="8" name="Image 0" descr="C:/Users/stuls/Desktop/Agent/to8/docs/evidence/T08-E03-register-promp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비밀번호를 입력하는 칸이 없다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제출물 어디에도 비밀번호 입력란이 존재하지 않는다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입력칸은 '패스키 이름' 하나뿐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[패스키로 로그인] — 아이디도 비밀번호도 묻지 않는다 (usernameless)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 입력칸은 새로 만들 패스키의 이름이며 비밀 값이 아니다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화면에도 '(비밀번호 아님)' 이라고 적어 두었다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test/routes.test.mjs 가 type="password" 와 bcrypt·argon2 등을 정적으로 검사한다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T08-C35</a:t>
            </a:r>
            <a:endParaRPr lang="en-US" sz="1100" dirty="0"/>
          </a:p>
        </p:txBody>
      </p:sp>
      <p:pic>
        <p:nvPicPr>
          <p:cNvPr id="8" name="Image 0" descr="C:/Users/stuls/Desktop/Agent/to8/docs/evidence/T08-E03b-login-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지어낸 내용이라는 사실을 적었다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제출물에 실제 개인정보가 없다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공개 페이지 하단의 고지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'이 소개 페이지의 내용은 학습·연습용으로 지어낸(fabricated) 것입니다'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'실제 연락처·주소·신분증 번호 같은 개인정보는 넣지 않았습니다'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공개 범위 표에 '공개하지 않는 것'을 항목명만 적고 실제 값은 넣지 않았다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항목도 전부 지어낸 내용 — 증거 색인 맨 위에 명시했다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T08-C12</a:t>
            </a:r>
            <a:endParaRPr lang="en-US" sz="1100" dirty="0"/>
          </a:p>
        </p:txBody>
      </p:sp>
      <p:pic>
        <p:nvPicPr>
          <p:cNvPr id="8" name="Image 0" descr="C:/Users/stuls/Desktop/Agent/to8/docs/evidence/T08-E01-public-incognito-b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패스키 하나를 지운 직후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 중 하나를 지우면 목록에 하나만 남는다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4617720" cy="4663440"/>
          </a:xfrm>
          <a:prstGeom prst="roundRect">
            <a:avLst>
              <a:gd name="adj" fmla="val 1188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삭제는 소유자 확인 후에만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cred:{id} 의 spaceId 가 세션의 자리와 같을 때만 지운다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남이 내 패스키를 지울 수 없다 (다르면 404 — 존재조차 숨긴다)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'패스키를 삭제했습니다. 남은 패스키로 계속 로그인할 수 있습니다.'</a:t>
            </a:r>
            <a:endParaRPr lang="en-US" sz="125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상태에서 삭제한 기기를 없애고 로그인하면 다음 장처럼 된다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7424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T08-C44</a:t>
            </a:r>
            <a:endParaRPr lang="en-US" sz="1100" dirty="0"/>
          </a:p>
        </p:txBody>
      </p:sp>
      <p:pic>
        <p:nvPicPr>
          <p:cNvPr id="8" name="Image 0" descr="C:/Users/stuls/Desktop/Agent/to8/docs/evidence/T08-A01a-패스키_삭제직후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1600200"/>
            <a:ext cx="60350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짧은 확인 방법 4줄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심사하는 분이 30초 안에 확인하는 법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75104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739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어디로 가나요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12140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https://webtest-passkey.vercel.app 을 새 시크릿 창에서 엽니다.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심사하는 분은 공개 소개 페이지까지만 보면 되고, 잠긴 자리는 열지 않아도 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85292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182112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980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단계 안에 무엇을 하나요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32841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열어서 공개 소개를 봅니다 → (2) 주소창에 /private 를 칩니다 →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[패스키로 비공개 자리 만들기] 를 누르고 기기 인증(지문·PIN)을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059936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389120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87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무엇이 보이면 통과인가요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5354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공개 소개와 '지어낸 내용' 고지, (2) /private 은 잠겨 로그인 화면이 뜨고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항목은 화면에도 페이지 소스에도 없음, (3) 패스키를 만든 뒤에만 내 항목이 보임.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266944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5596128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5596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394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 될 때는 무엇이 보이나요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742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미로그인 GET /api/items → 401. 로그아웃 뒤 이전 세션 재사용 → 401.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쓴 인증 요청 재사용 → 400. 남의 패스키·남의 항목 주소 → 400 / 404.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구현 설명서 ⑤ · AI와 내 판단 3줄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맡겼고, 무엇을 내가 정했고, 무엇을 따르지 않았나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01952"/>
            <a:ext cx="384048" cy="384048"/>
          </a:xfrm>
          <a:prstGeom prst="ellipse">
            <a:avLst/>
          </a:prstGeom>
          <a:solidFill>
            <a:srgbClr val="7FC8A9"/>
          </a:solidFill>
          <a:ln w="12700">
            <a:solidFill>
              <a:srgbClr val="7FC8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47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AI에게 맡긴 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942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webtest 정적 사이트의 Next.js 이식, @simplewebauthn 서버·브라우저 연동(등록·로그인 ceremony), 불투명 세션과 자리 격리 로직, P-256 소프트웨어 인증기와 자동 검증·촬영 스크립트, 문서 초안 작성.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324612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502152"/>
            <a:ext cx="384048" cy="384048"/>
          </a:xfrm>
          <a:prstGeom prst="ellipse">
            <a:avLst/>
          </a:prstGeom>
          <a:solidFill>
            <a:srgbClr val="6FA3F2"/>
          </a:solidFill>
          <a:ln w="12700">
            <a:solidFill>
              <a:srgbClr val="6FA3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1248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4472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내가 직접 판단한 일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4962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회원가입을 만들지 않고 '패스키를 처음 등록하면 그 사람 몫의 비공개 자리가 생긴다'로 모델을 정한 것. 등록 입력을 패스키 이름 한 칸으로 제한한 것. 비공개 항목은 추가·삭제만 두고 수정 기능을 뺀 것. 마지막 패스키는 삭제할 수 없게(계정 잠김 방지) 한 것. 저장소를 관계형 DB 대신 Redis 로 정하고 새 저장소·Vercel 프로젝트로 분리한 것.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4846320"/>
            <a:ext cx="1097280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5102352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1248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0474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제안을 따르지 않은 일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449824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가 처음 설계에 넣었던 '계정 이름 입력칸'과 '비공개 노트 수정 기능(CRUD)'을, 과제 8이 요구하지 않는 범위라고 판단해 걷어냈다. AI 가 대안으로 제시한 비밀번호 폴백·이메일 복구도 넣지 않았고, 대신 '모든 기기를 잃으면 복구할 수 없다'를 설명서 ⑥의 첫 항목으로 명시했다.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인증 구현 설명서 ⑥ 아직 못 막은 것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'없다'고 적으면 통과하지 않는 항목 — 여섯 가지를 구체적으로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653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비공개 자리 복구 수단이 없다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등록한 기기를 모두 잃으면 그 자리와 항목에 영원히 접근할 수 없다. 이메일·복구코드가 없다. 운영 서비스라면 복구 코드나 관리자 복구가 필요하다.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653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레이트리밋이 없다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2860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/api/webauthn/*/options 를 무제한 호출할 수 있어 Redis 쓰기와 challenge:audit 증가를 유발한다. 각 challenge 는 5분 TTL 로 사라지지만 요청 자체는 못 막는다.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655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userVerification 이 preferred 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8862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잠금 해제된 기기를 그대로 훔치면 지문·PIN 없이도 인증될 수 있다. 호환성을 위해 required 대신 택했다.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4655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attestationType 이 none 이다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8862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인증기가 만든 패스키인지 검증하지 않는다(개인 사이트라 수용). 따라서 '어디에 저장됐는지' 문구는 flags·transports 휴리스틱이라 틀릴 수 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48463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657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토큰이 없다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4864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SameSite=Lax 쿠키 + JSON content-type + WebAuthn 의 origin 바인딩에 의존한다.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8463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5065776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인메모리 폴백은 로컬 전용이다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864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프로세스가 죽으면 사라진다. 프로덕션에서 절대 켜지지 않도록 NODE_ENV=production 이면 예외를 던진다.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실제로 겪은 문제와 해결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→ 시도 → 비교 → 해결 (겪은 것만 적었다)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846320"/>
                <a:gridCol w="3657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문제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무엇이 원인이었나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어떻게 고쳤나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배포는 됐는데 등록만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 통합이 준 것은 Redis Cloud 의 REDIS_URL(TCP)이고 REST 엔드포인트가 없었다.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KV_REST_API_* 는 통합보다 먼저 등록된 플레이스홀더였다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@upstash/redis(REST) → ioredis(TCP) 로 교체.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어댑터에서 JSON 직렬화 처리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가 곧장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'보안 키를 USB 에'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usernameless 요청(allowCredentials 비움)에 hints 가 없어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네이티브 WebAuthn 이 보안키 경로로 해석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hints: [client-device, hybrid, security-key] 추가.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제한이 아니라 순서 제안이라 기기 2개 요구가 안 깨진다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성공 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자동 이동이 안 됨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응답의 Set-Cookie 로 세션이 막 생긴 직후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router.replace() 로 넘기면 라우터 캐시가 이전 상태를 들고 있다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window.location.replace() 전체 로드로 변경 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브라우저가 새 쿠키를 실어 보낸다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인메모리 KV 가 요청마다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초기화되는 것처럼 보임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dev 가 라우트를 따로 번들해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모듈 스코프 싱글턴이 공유되지 않았다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globalThis 에 인스턴스를 붙여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한 프로세스에 하나만 쓰도록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16 이 middleware 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deprecated 로 경고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16 부터 proxy 로 이름이 바뀜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middleware.ts → proxy.ts,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function proxy 로 변경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" y="614476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배운 점 — 'Vercel Storage 의 Redis' 는 한 제품이 아니다. 어떤 벤더가 붙었는지는 접속 문자열의 호스트를 봐야 안다. 그리고 선택지를 좁혀 고치는 것과 순서를 제안해 고치는 것은 결과가 다르다.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검증 결과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 대신, 배포본에 실제로 보낸 요청과 그 응답</a:t>
            </a:r>
            <a:endParaRPr lang="en-US" sz="13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420624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거절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결과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E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질문이 매번 다르다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등록 5 + 로그인 5 = 10개 전부 상이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서명 검증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서명 → 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1바이트 변조 서명 → 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질문 재사용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첫 사용 → 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재사용 → 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미로그인 조회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로그인 후 → 200 (3건)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쿠키 없이 → 401 · /private → 307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로그아웃 뒤 재사용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이전 세션 쿠키 → 401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패스키 2개 → 삭제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남은 패스키 로그인 → 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삭제된 패스키 → 400 · 마지막 삭제 → 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FE3C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자리 간 격리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7AD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각 자리 자기 항목 → 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073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A↔B 양방향 → 404 · 건수 3→3 불변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C8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2B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1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53212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1A1E24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재현 방법  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typecheck  ·  npm test (8/8)  ·  node scripts/verify-webauthn.mjs (all_pass)
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node scripts/capture-evidence.mjs (화면 자동 촬영)  ·  node scripts/render-evidence-views.mjs (DB·요청응답)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통과 기준 47개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1~5 전부 충족 — 근거 파일까지 1:1 로 매핑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920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무엇을 잠글지 가른다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C13 ~ C18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52928" y="169164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54096" y="1920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54096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패스키를 등록한다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054096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C19 ~ C26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54096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8개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11496" y="169164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12664" y="1920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패스키로 들어간다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312664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C27 ~ C35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12664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9개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70064" y="169164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71232" y="1920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A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기기를 잃어버렸을 때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C42 ~ C46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5개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28632" y="1691640"/>
            <a:ext cx="2103120" cy="2743200"/>
          </a:xfrm>
          <a:prstGeom prst="roundRect">
            <a:avLst>
              <a:gd name="adj" fmla="val 260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29800" y="19202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286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정말 안 열리는지 확인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3017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C01·C02·C03·C10~C12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C36~C41 · C47~C53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8404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19개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94360" y="4663440"/>
            <a:ext cx="10972800" cy="1234440"/>
          </a:xfrm>
          <a:prstGeom prst="roundRect">
            <a:avLst>
              <a:gd name="adj" fmla="val 4444"/>
            </a:avLst>
          </a:prstGeom>
          <a:solidFill>
            <a:srgbClr val="1A1E24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4400" y="486460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docs/00_과제_요구사항_매핑.md — 기준마다 '요구 / 충족 위치(소스 파일) / 증거 파일 / 상태' 네 칸으로 적었다. 미완(◐) 0개.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증거는 PNG 15장 + 요청·응답 기록 13개. 실기기 등록 프롬프트 1장을 빼면 전부 스크립트로 재생성할 수 있다.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제출물 어디에도 실제 개인정보와 비밀값이 없다 — 세션 값은 &lt;redacted&gt;, 계정 이메일은 마스킹, 비공개 항목은 전부 지어낸 내용.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1042416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기본 빌드 + Redis 통합 — 설정 파일 없음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23591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stulss/webtest-passkey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· main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17296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17373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75888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23591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자동 감지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없음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5332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55080" y="17373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56248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23591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통합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REDIS_URL 자동 주입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933688" y="2286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235440" y="1737360"/>
            <a:ext cx="2514600" cy="1554480"/>
          </a:xfrm>
          <a:prstGeom prst="roundRect">
            <a:avLst>
              <a:gd name="adj" fmla="val 3529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36608" y="19385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환경변수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36608" y="23591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WEBAUTHN_RP_ID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WEBAUTHN_ORIGIN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566160"/>
            <a:ext cx="10972800" cy="2697480"/>
          </a:xfrm>
          <a:prstGeom prst="roundRect">
            <a:avLst>
              <a:gd name="adj" fmla="val 2034"/>
            </a:avLst>
          </a:prstGeom>
          <a:solidFill>
            <a:srgbClr val="14171C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794760"/>
            <a:ext cx="10332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쿠키 Secure 는 NODE_ENV=production 에서 자동. WebAuthn 은 secure context(HTTPS 또는 localhost)에서만 동작한다.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패스키는 정확한 도메인에 묶인다 — 프리뷰 도메인에서 만든 패스키는 프로덕션에서 통하지 않는다(정상 동작). 커스텀 도메인을 붙이면 WEBAUTHN_* 을 다시 맞춰야 하고 기존 패스키는 무효가 된다.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NEXT_PUBLIC_* 을 쓰지 않는다. 세션 서명키도 없다(불투명 토큰이라 서명할 것이 없다).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로컬에 REDIS_URL 이 없으면 인메모리 KV 로 폴백해 화면 확인이 가능하고, 프로덕션에서는 예외를 던져 절대 켜지지 않는다.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challenge:audit 는 최근 200개로 capped(LTRIM). 그 외 challenge 키는 5분 TTL 로 자동 소멸한다.</a:t>
            </a:r>
            <a:endParaRPr lang="en-US" sz="120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webtest 저장소와 GitHub Pages 배포는 건드리지 않았다 — 과제 1 자산 불가침.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291840"/>
            <a:ext cx="5120640" cy="5120640"/>
          </a:xfrm>
          <a:prstGeom prst="ellipse">
            <a:avLst/>
          </a:prstGeom>
          <a:solidFill>
            <a:srgbClr val="10251D"/>
          </a:solidFill>
          <a:ln w="12700">
            <a:solidFill>
              <a:srgbClr val="10251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5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비밀번호를 없애면 무엇이 그 자리를 채우는가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697480"/>
            <a:ext cx="384048" cy="384048"/>
          </a:xfrm>
          <a:prstGeom prst="ellipse">
            <a:avLst/>
          </a:prstGeom>
          <a:solidFill>
            <a:srgbClr val="9FE3C3"/>
          </a:solidFill>
          <a:ln w="12700">
            <a:solidFill>
              <a:srgbClr val="9FE3C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606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FE3C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공개키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64261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서버가 가진 것은 검증에만 쓰는 공개키뿐. 개인키는 기기 밖으로 나오지 않는다.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384048" cy="384048"/>
          </a:xfrm>
          <a:prstGeom prst="ellipse">
            <a:avLst/>
          </a:prstGeom>
          <a:solidFill>
            <a:srgbClr val="6FA3F2"/>
          </a:solidFill>
          <a:ln w="12700">
            <a:solidFill>
              <a:srgbClr val="6FA3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3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일회용 질문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378561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로그인마다 서버가 새 challenge 를 내고, 한 번 쓰이면 GETDEL 로 사라진다.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384048" cy="38404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12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892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기기 분실 대비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92861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7A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패스키를 두 개 등록해 두면 하나를 잃어도 들어간다. 마지막 하나는 지울 수 없다.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5943600"/>
            <a:ext cx="10515600" cy="658368"/>
          </a:xfrm>
          <a:prstGeom prst="roundRect">
            <a:avLst>
              <a:gd name="adj" fmla="val 8333"/>
            </a:avLst>
          </a:prstGeom>
          <a:solidFill>
            <a:srgbClr val="1A1E24"/>
          </a:solidFill>
          <a:ln w="12700">
            <a:solidFill>
              <a:srgbClr val="262B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61081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 </a:t>
            </a:r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webtest-passkey.vercel.app</a:t>
            </a:r>
            <a:pPr indent="0" marL="0">
              <a:buNone/>
            </a:pPr>
            <a:r>
              <a:rPr lang="en-US" sz="1300" dirty="0">
                <a:solidFill>
                  <a:srgbClr val="8B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소스  </a:t>
            </a:r>
            <a:pPr indent="0" marL="0">
              <a:buNone/>
            </a:pPr>
            <a:r>
              <a:rPr lang="en-US" sz="1300" b="1" dirty="0">
                <a:solidFill>
                  <a:srgbClr val="9FE3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github.com/stulss/webtest-passkey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과제 8 — 패스키로 잠근 소개 페이지</dc:title>
  <dc:subject>PptxGenJS Presentation</dc:subject>
  <dc:creator>홍주형</dc:creator>
  <cp:lastModifiedBy>홍주형</cp:lastModifiedBy>
  <cp:revision>1</cp:revision>
  <dcterms:created xsi:type="dcterms:W3CDTF">2026-09-04T13:07:04Z</dcterms:created>
  <dcterms:modified xsi:type="dcterms:W3CDTF">2026-09-04T13:07:04Z</dcterms:modified>
</cp:coreProperties>
</file>